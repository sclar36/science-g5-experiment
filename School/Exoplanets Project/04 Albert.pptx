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0" r:id="rId2"/>
    <p:sldId id="259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05" d="100"/>
          <a:sy n="105" d="100"/>
        </p:scale>
        <p:origin x="15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3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3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0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9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2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8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0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3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3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8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48DA-3551-D54F-BAEC-BF1C8CF867F5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D3ACF-DEF3-DE49-B36F-0E909B6CD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0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C8704ED-5B8A-372B-19E2-393FC4E806C8}"/>
              </a:ext>
            </a:extLst>
          </p:cNvPr>
          <p:cNvSpPr txBox="1"/>
          <p:nvPr/>
        </p:nvSpPr>
        <p:spPr>
          <a:xfrm>
            <a:off x="5260730" y="0"/>
            <a:ext cx="4422531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What is it like to spend one day or one year on this planet?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838003-64DE-B2BB-0DED-96E9BAC18423}"/>
              </a:ext>
            </a:extLst>
          </p:cNvPr>
          <p:cNvSpPr txBox="1"/>
          <p:nvPr/>
        </p:nvSpPr>
        <p:spPr>
          <a:xfrm>
            <a:off x="5221164" y="3329582"/>
            <a:ext cx="4422531" cy="3268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31" b="1" dirty="0"/>
              <a:t>Image of Exoplanet from orbit:</a:t>
            </a:r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D5C1C-4435-6D69-D9EE-984DA080C051}"/>
              </a:ext>
            </a:extLst>
          </p:cNvPr>
          <p:cNvSpPr txBox="1"/>
          <p:nvPr/>
        </p:nvSpPr>
        <p:spPr>
          <a:xfrm>
            <a:off x="239835" y="3329582"/>
            <a:ext cx="4422529" cy="3268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31" b="1" dirty="0"/>
              <a:t>Image of Exoplanet in its solar system </a:t>
            </a:r>
            <a:r>
              <a:rPr lang="en-US" sz="831" dirty="0"/>
              <a:t>(show habitable zone):</a:t>
            </a:r>
            <a:r>
              <a:rPr lang="en-US" sz="831" b="1" dirty="0"/>
              <a:t> </a:t>
            </a:r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C5187D-E89C-C1ED-E01D-8DEA15B14D39}"/>
              </a:ext>
            </a:extLst>
          </p:cNvPr>
          <p:cNvSpPr txBox="1"/>
          <p:nvPr/>
        </p:nvSpPr>
        <p:spPr>
          <a:xfrm>
            <a:off x="200271" y="0"/>
            <a:ext cx="4422530" cy="3202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/>
              <a:t>Basic Information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Welcome to MYPLANET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Star type: 			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Gravity = 	G                         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1 day = 		 			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Axial Tilt = 	º.   Procession: high/normal/low   Eccentricity:  	 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Surface temperature:  </a:t>
            </a:r>
            <a:r>
              <a:rPr lang="en-US" sz="1200" dirty="0">
                <a:cs typeface="Charmonman" pitchFamily="2" charset="-34"/>
              </a:rPr>
              <a:t>	</a:t>
            </a:r>
            <a:r>
              <a:rPr lang="en-US" sz="1200" dirty="0"/>
              <a:t> - </a:t>
            </a:r>
            <a:r>
              <a:rPr lang="en-US" sz="1200" dirty="0">
                <a:cs typeface="Charmonman" pitchFamily="2" charset="-34"/>
              </a:rPr>
              <a:t>	 </a:t>
            </a:r>
            <a:r>
              <a:rPr lang="en-US" sz="1200" dirty="0"/>
              <a:t>ºC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Special features: 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46027-2F11-B228-3CB3-A98E7CB2A2E3}"/>
              </a:ext>
            </a:extLst>
          </p:cNvPr>
          <p:cNvSpPr txBox="1"/>
          <p:nvPr/>
        </p:nvSpPr>
        <p:spPr>
          <a:xfrm>
            <a:off x="1594104" y="686416"/>
            <a:ext cx="1438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Planet Type: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B51BE-318D-8746-E630-68CA2FFFB235}"/>
              </a:ext>
            </a:extLst>
          </p:cNvPr>
          <p:cNvSpPr txBox="1"/>
          <p:nvPr/>
        </p:nvSpPr>
        <p:spPr>
          <a:xfrm>
            <a:off x="1594104" y="888210"/>
            <a:ext cx="2289048" cy="340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Radius = 	Earths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BE0CA-C282-22C2-0DCE-4EE80945BDA0}"/>
              </a:ext>
            </a:extLst>
          </p:cNvPr>
          <p:cNvSpPr txBox="1"/>
          <p:nvPr/>
        </p:nvSpPr>
        <p:spPr>
          <a:xfrm>
            <a:off x="1594104" y="1228881"/>
            <a:ext cx="1667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year =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8072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646C9-F896-FEB7-3691-CABF7403655B}"/>
              </a:ext>
            </a:extLst>
          </p:cNvPr>
          <p:cNvSpPr txBox="1"/>
          <p:nvPr/>
        </p:nvSpPr>
        <p:spPr>
          <a:xfrm>
            <a:off x="5270500" y="88900"/>
            <a:ext cx="4422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Planet nickname or motto: 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What can people see and do on your planet that would be impossible on Earth?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Other reasons to visit : </a:t>
            </a:r>
          </a:p>
          <a:p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6F3E3-D607-B5CC-16CE-FE8618F941D2}"/>
              </a:ext>
            </a:extLst>
          </p:cNvPr>
          <p:cNvSpPr txBox="1"/>
          <p:nvPr/>
        </p:nvSpPr>
        <p:spPr>
          <a:xfrm>
            <a:off x="0" y="88900"/>
            <a:ext cx="4422531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How is life adapted to your planet, or how would living things have to adapt to live there?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88A53-3823-4239-954D-DF7640F51FFE}"/>
              </a:ext>
            </a:extLst>
          </p:cNvPr>
          <p:cNvSpPr txBox="1"/>
          <p:nvPr/>
        </p:nvSpPr>
        <p:spPr>
          <a:xfrm>
            <a:off x="79131" y="3021440"/>
            <a:ext cx="4556370" cy="36525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31" b="1" dirty="0"/>
              <a:t>Image of Exoplanet from surface:</a:t>
            </a:r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</p:txBody>
      </p:sp>
    </p:spTree>
    <p:extLst>
      <p:ext uri="{BB962C8B-B14F-4D97-AF65-F5344CB8AC3E}">
        <p14:creationId xmlns:p14="http://schemas.microsoft.com/office/powerpoint/2010/main" val="217046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6051620-38C4-B8C5-6826-BF39C508DB13}"/>
              </a:ext>
            </a:extLst>
          </p:cNvPr>
          <p:cNvSpPr txBox="1"/>
          <p:nvPr/>
        </p:nvSpPr>
        <p:spPr>
          <a:xfrm>
            <a:off x="0" y="0"/>
            <a:ext cx="4422531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Interesting lifeform or feature: 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87CAFA-8DC1-97D7-2683-4DEB94A665B4}"/>
              </a:ext>
            </a:extLst>
          </p:cNvPr>
          <p:cNvSpPr txBox="1"/>
          <p:nvPr/>
        </p:nvSpPr>
        <p:spPr>
          <a:xfrm>
            <a:off x="39565" y="3787002"/>
            <a:ext cx="4382966" cy="2885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31" b="1" dirty="0"/>
              <a:t>Image of interesting feature:</a:t>
            </a:r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  <a:p>
            <a:pPr>
              <a:lnSpc>
                <a:spcPct val="150000"/>
              </a:lnSpc>
            </a:pPr>
            <a:endParaRPr lang="en-US" sz="831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6D2CA-74B6-F68C-DF0B-31F409EE22C5}"/>
              </a:ext>
            </a:extLst>
          </p:cNvPr>
          <p:cNvSpPr txBox="1"/>
          <p:nvPr/>
        </p:nvSpPr>
        <p:spPr>
          <a:xfrm>
            <a:off x="5483471" y="0"/>
            <a:ext cx="3724029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31" b="1" dirty="0"/>
              <a:t>Cover Page: Name of planet, motto and cover image</a:t>
            </a:r>
          </a:p>
        </p:txBody>
      </p:sp>
    </p:spTree>
    <p:extLst>
      <p:ext uri="{BB962C8B-B14F-4D97-AF65-F5344CB8AC3E}">
        <p14:creationId xmlns:p14="http://schemas.microsoft.com/office/powerpoint/2010/main" val="244316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81CEF7401E046A22A26D522269656" ma:contentTypeVersion="12" ma:contentTypeDescription="Create a new document." ma:contentTypeScope="" ma:versionID="4bc5af2dbda29b9cea97b36b6c6adde0">
  <xsd:schema xmlns:xsd="http://www.w3.org/2001/XMLSchema" xmlns:xs="http://www.w3.org/2001/XMLSchema" xmlns:p="http://schemas.microsoft.com/office/2006/metadata/properties" xmlns:ns2="26e4e5d7-3272-4e7f-b26a-5c3e15d94cba" xmlns:ns3="77bdbd7e-85a9-4057-8954-d1a2072ff70d" targetNamespace="http://schemas.microsoft.com/office/2006/metadata/properties" ma:root="true" ma:fieldsID="93933125f50058c3960abc4beaac8803" ns2:_="" ns3:_="">
    <xsd:import namespace="26e4e5d7-3272-4e7f-b26a-5c3e15d94cba"/>
    <xsd:import namespace="77bdbd7e-85a9-4057-8954-d1a2072ff7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e4e5d7-3272-4e7f-b26a-5c3e15d94c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a59aaf2-8c81-4ddc-b979-edb023e5c8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dbd7e-85a9-4057-8954-d1a2072ff70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29292f-03c9-45ae-b398-26977c90f77f}" ma:internalName="TaxCatchAll" ma:showField="CatchAllData" ma:web="77bdbd7e-85a9-4057-8954-d1a2072ff7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bdbd7e-85a9-4057-8954-d1a2072ff70d" xsi:nil="true"/>
    <lcf76f155ced4ddcb4097134ff3c332f xmlns="26e4e5d7-3272-4e7f-b26a-5c3e15d94cb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7269F17-28A9-4813-B767-B72E50B3B7AC}"/>
</file>

<file path=customXml/itemProps2.xml><?xml version="1.0" encoding="utf-8"?>
<ds:datastoreItem xmlns:ds="http://schemas.openxmlformats.org/officeDocument/2006/customXml" ds:itemID="{B9DC6C1E-649E-41B8-B8DA-164A3F59C1A1}"/>
</file>

<file path=customXml/itemProps3.xml><?xml version="1.0" encoding="utf-8"?>
<ds:datastoreItem xmlns:ds="http://schemas.openxmlformats.org/officeDocument/2006/customXml" ds:itemID="{51758368-B8AE-46AB-9A5B-A12D76BFF92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169</Words>
  <Application>Microsoft Macintosh PowerPoint</Application>
  <PresentationFormat>A4 Paper (210x297 mm)</PresentationFormat>
  <Paragraphs>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Jenkins</dc:creator>
  <cp:lastModifiedBy>Benjamin Jenkins</cp:lastModifiedBy>
  <cp:revision>6</cp:revision>
  <cp:lastPrinted>2024-06-04T03:54:38Z</cp:lastPrinted>
  <dcterms:created xsi:type="dcterms:W3CDTF">2024-06-04T02:20:21Z</dcterms:created>
  <dcterms:modified xsi:type="dcterms:W3CDTF">2026-05-29T01:33:04Z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0x01010041681CEF7401E046A22A26D522269656</vt:lpwstr>
  </property>
</Properties>
</file>